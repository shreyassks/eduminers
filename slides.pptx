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15"/>
    <p:restoredTop sz="94671"/>
  </p:normalViewPr>
  <p:slideViewPr>
    <p:cSldViewPr snapToGrid="0">
      <p:cViewPr varScale="1">
        <p:scale>
          <a:sx n="121" d="100"/>
          <a:sy n="121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90A15E-985D-4AA8-A540-2A291D1CD3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781F5F-14A5-409E-9634-CCAF17ECA5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A3149C-A080-4EFE-B67A-2B907137FC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6531EC-A1E2-4208-9A4D-97B7D75D4F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234F97-EC7B-4B10-993E-A13B0F6BB8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D3E15-234B-44F3-9FFA-CBDDA307A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097327-B913-4099-B5FC-F494AF9E2F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1CDF0-79E9-4705-A226-45705F9E3C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9C6C4F-C0A8-464D-85ED-8F0AB1DFC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A8C65F-BC4C-45D6-9D9D-817F4EFD0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5D8ACF-03AD-49FD-BDF1-9136BEE7CD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Team &amp; Solution Overview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731520" y="1097280"/>
            <a:ext cx="10428316" cy="2813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Team: EduMiners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Members: Shreyas S K, Vaishnavi S B</a:t>
            </a: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Challenge area: </a:t>
            </a:r>
            <a:r>
              <a:rPr lang="en-US" sz="2000" dirty="0"/>
              <a:t>Weak foundational maths in rural Karnataka government schools (grades 4–6)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One-line solution: </a:t>
            </a:r>
            <a:r>
              <a:rPr lang="en-US" sz="2000" dirty="0"/>
              <a:t>We combine contest scores with health and Class-10 data to find which districts are falling behind — and flag the ones where schools need the most help.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Contact: </a:t>
            </a:r>
            <a:r>
              <a:rPr lang="en-US" sz="2000" dirty="0">
                <a:solidFill>
                  <a:schemeClr val="dk1"/>
                </a:solidFill>
              </a:rPr>
              <a:t>skshreyas714@gmail.com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28800" y="278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731520" y="1097280"/>
            <a:ext cx="10449098" cy="29564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Educational challenge: </a:t>
            </a:r>
            <a:r>
              <a:rPr lang="en-US" dirty="0"/>
              <a:t>Rural maths is stuck — only about 53% of answers are correct, and it stays flat from grade 4 to 6. The big differences are between districts, not within them.</a:t>
            </a: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Objectives: </a:t>
            </a:r>
            <a:r>
              <a:rPr lang="en-US" dirty="0"/>
              <a:t>Find where the gaps are (by district, gender, and topic) and see if health and Class-10 results help explain them.</a:t>
            </a: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Key questions: </a:t>
            </a:r>
            <a:r>
              <a:rPr lang="en-US" dirty="0"/>
              <a:t>Which districts are weakest? What explains it? Which districts do worse than their background would suggest?</a:t>
            </a:r>
            <a:endParaRPr lang="en-US" b="0" u="none" strike="noStrike" dirty="0">
              <a:solidFill>
                <a:schemeClr val="dk1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Why it matters: </a:t>
            </a:r>
            <a:r>
              <a:rPr lang="en-US" dirty="0"/>
              <a:t>Helps send limited time and money to the districts and topics that can improve the most.</a:t>
            </a:r>
            <a:endParaRPr lang="en-IN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28800" y="353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 Understanding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920705" y="1044056"/>
            <a:ext cx="9326521" cy="2813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Dataset summary: Akshara GP Maths Contest — 1.38M students, grades 4–6, 2022–23 to 2024–25, 31 districts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Variables: Q1–Q20 (0/1) → score; geography District, Block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Cluster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GP</a:t>
            </a:r>
            <a:r>
              <a:rPr lang="en-US" sz="2000" dirty="0">
                <a:solidFill>
                  <a:schemeClr val="dk1"/>
                </a:solidFill>
              </a:rPr>
              <a:t>,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 Gender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Context data: NFHS-5 (health/development) + SSLC 2025 Class-10 maths pass%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Cleaning &amp; assumptions: Composite GP key, dynamic competency-header detection; NFHS/SSLC links are district-level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6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Analytical Approach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731519" y="1097280"/>
            <a:ext cx="10553007" cy="2125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Workflow: </a:t>
            </a:r>
            <a:r>
              <a:rPr lang="en-US" dirty="0"/>
              <a:t>EDA (accuracy, trends, gender, competency, NFHS correlation) → diagnostic model with residual segmentation → SSLC cross-board check → dashboard</a:t>
            </a: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Methods: Student-weighted district accuracy; Spearman rank correlations vs NFHS &amp; SSLC</a:t>
            </a:r>
            <a:endParaRPr lang="en-IN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Models: OLS on one standardized development index (3 collinear NFHS features)</a:t>
            </a:r>
            <a:endParaRPr lang="en-IN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</a:rPr>
              <a:t>• Validation: reproducible (seed 42); accuracy aggregated to NFHS</a:t>
            </a:r>
            <a:endParaRPr lang="en-IN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8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Insight 1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731520" y="1097280"/>
            <a:ext cx="5852160" cy="32748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Finding: Overall accuracy ~53%, flat across grades 4/5/6, and declining year-on-year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Evidence: Kalyana-Karnataka belt (Kalaburgi, Raichur, Bidar, Ballari) uniformly low; Dakshina Kannada consistently high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Interpretation: Variation is between districts, not within → a district-targeted response fits the data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1" name="Picture 70" descr="b1_distric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988" y="1050120"/>
            <a:ext cx="3701332" cy="448056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49440" y="5715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555555"/>
                </a:solidFill>
              </a:rPr>
              <a:t>Blue = above the 53.1% state average, red = below. Top vs bottom differ ~30 points: the achievement gap is mainly BETWEEN districts, not within a grade.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Insight 2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731520" y="1097280"/>
            <a:ext cx="5394960" cy="41981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</a:rPr>
              <a:t>Finding: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District maths gaps are structural, they track development and persist to the Class-10 board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</a:rPr>
              <a:t>Evidence: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NFHS Spearman ~+0.6 (female schooling, sanitation, women's 10-yr schooling); SSLC maths pass% ρ = +0.57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</a:rPr>
              <a:t>Implications: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Early rural maths gaps foreshadow board outcomes ~4–6 years later in the same districts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b4_ssl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64427"/>
            <a:ext cx="5394960" cy="39236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446520" y="520945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>
                <a:solidFill>
                  <a:srgbClr val="555555"/>
                </a:solidFill>
              </a:rPr>
              <a:t>Each dot = a district. Up-right trend (Spearman rho +0.57) means the Grade 4-6 contest agrees with the independent Class-10 board exam 4-6 years later. </a:t>
            </a:r>
            <a:r>
              <a:rPr sz="1000" i="1" dirty="0" err="1">
                <a:solidFill>
                  <a:srgbClr val="555555"/>
                </a:solidFill>
              </a:rPr>
              <a:t>Colour</a:t>
            </a:r>
            <a:r>
              <a:rPr sz="1000" i="1" dirty="0">
                <a:solidFill>
                  <a:srgbClr val="555555"/>
                </a:solidFill>
              </a:rPr>
              <a:t> = SSLC girls-boys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828800" y="251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Predictive / Diagnostic Analysis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31520" y="1097280"/>
            <a:ext cx="5091211" cy="51214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sz="2000" dirty="0"/>
              <a:t>• Model: OLS of district accuracy on a standardized development index (n = 31 districts)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>
              <a:lnSpc>
                <a:spcPct val="150000"/>
              </a:lnSpc>
            </a:pPr>
            <a:r>
              <a:rPr sz="2000" dirty="0"/>
              <a:t>• Metrics: R² = 0.43; +1 SD of the development index ≈ +5.9 pp accuracy</a:t>
            </a:r>
          </a:p>
          <a:p>
            <a:pPr algn="just">
              <a:lnSpc>
                <a:spcPct val="150000"/>
              </a:lnSpc>
            </a:pPr>
            <a:r>
              <a:rPr sz="2000" dirty="0"/>
              <a:t>• Inputs: female schooling (6+), household sanitation, women's 10-yr schooling -&gt; one development index</a:t>
            </a:r>
          </a:p>
          <a:p>
            <a:pPr algn="just">
              <a:lnSpc>
                <a:spcPct val="150000"/>
              </a:lnSpc>
            </a:pPr>
            <a:r>
              <a:rPr sz="2000" dirty="0"/>
              <a:t>• Under-performers (actual &lt; predicted): chitradurga -12.8 pp, kodagu -10.1, davanagere -8.6</a:t>
            </a:r>
          </a:p>
        </p:txBody>
      </p:sp>
      <p:sp>
        <p:nvSpPr>
          <p:cNvPr id="7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5" name="Picture 74" descr="b3_distric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5394960" cy="43159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63640" y="56327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555555"/>
                </a:solidFill>
              </a:rPr>
              <a:t>Gap = actual - development-predicted accuracy. Green districts beat their context; red fall short (a fair 'look here' list). * = NFHS proxy district.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/ Dashboard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1520" y="1097280"/>
            <a:ext cx="5553666" cy="23495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KPIs: 53.1% overall accuracy | 31 districts | SSLC ρ +0.57 | model R² 0.43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Charts: grade/year trend, gender gap, NFHS correlation bars, SSLC scatter, district residual-gap ranking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7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8" name="Picture 77" descr="b2_nfhs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813" y="1230057"/>
            <a:ext cx="5362013" cy="349941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462813" y="4987863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>
                <a:solidFill>
                  <a:srgbClr val="555555"/>
                </a:solidFill>
              </a:rPr>
              <a:t>Spearman correlation of district accuracy with each NFHS-5 indicator, by grade. Positive bars (schooling, sanitation) help; negative bars (child marriage, stunting) are headwinds.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828800" y="30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Recommendations and Road Map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731520" y="1097280"/>
            <a:ext cx="10125666" cy="18898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Priority actions: Focus school-side support on negative-residual districts (they under-perform their development context)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Impact: Directs limited resources where health/development does not explain the gap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Feasibility: Uses only public district data; one reproducible pipeline reruns each contest year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Innovation &amp; Impact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731519" y="1097280"/>
            <a:ext cx="9981508" cy="18898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Novelty: Contest ↔ NFHS ↔ SSLC triangulation + residual-gap targeting of districts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Scalability: Crosswalk + pipeline are reusable for every new contest year and district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Limitations: Ecological (district-level) inference; SSLC cohort differs ~4–6 yrs; small coastal n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Expected impact: Sharper, evidence-based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</a:rPr>
              <a:t>prioritisation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 for foundational-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</a:rPr>
              <a:t>maths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 intervention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 &amp; Key Takeaways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731519" y="1097280"/>
            <a:ext cx="9752907" cy="142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Top takeaways: Gaps are between-district &amp; structural. development explains ~43%; the residual gap is an action list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</a:rPr>
              <a:t>• Next steps: Competency-level drill-down; validate priority districts on the ground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1110</Words>
  <Application>Microsoft Macintosh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Symbol</vt:lpstr>
      <vt:lpstr>Times New Roman</vt:lpstr>
      <vt:lpstr>Wingdings</vt:lpstr>
      <vt:lpstr>Office Theme</vt:lpstr>
      <vt:lpstr>Team &amp; Solution Overview </vt:lpstr>
      <vt:lpstr>Problem Statement </vt:lpstr>
      <vt:lpstr>Dataset Understanding </vt:lpstr>
      <vt:lpstr>Analytical Approach </vt:lpstr>
      <vt:lpstr>Key Insight 1 </vt:lpstr>
      <vt:lpstr>Key Insight 2 </vt:lpstr>
      <vt:lpstr>Predictive / Diagnostic Analysis </vt:lpstr>
      <vt:lpstr>Visualization / Dashboard </vt:lpstr>
      <vt:lpstr>Recommendations and Road Map </vt:lpstr>
      <vt:lpstr>Innovation &amp; Impact </vt:lpstr>
      <vt:lpstr>Conclusion &amp; Key Takeaways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&amp; Solution Overview </dc:title>
  <dc:subject/>
  <dc:creator/>
  <dc:description>generated using python-pptx</dc:description>
  <cp:lastModifiedBy>S K, Shreyas</cp:lastModifiedBy>
  <cp:revision>54</cp:revision>
  <dcterms:created xsi:type="dcterms:W3CDTF">2013-01-27T09:14:16Z</dcterms:created>
  <dcterms:modified xsi:type="dcterms:W3CDTF">2026-08-02T02:49:00Z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