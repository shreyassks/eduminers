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74"/>
    <p:restoredTop sz="94671"/>
  </p:normalViewPr>
  <p:slideViewPr>
    <p:cSldViewPr snapToGrid="0">
      <p:cViewPr varScale="1">
        <p:scale>
          <a:sx n="123" d="100"/>
          <a:sy n="123" d="100"/>
        </p:scale>
        <p:origin x="20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90A15E-985D-4AA8-A540-2A291D1CD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781F5F-14A5-409E-9634-CCAF17ECA5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A3149C-A080-4EFE-B67A-2B907137FC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6531EC-A1E2-4208-9A4D-97B7D75D4F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234F97-EC7B-4B10-993E-A13B0F6BB8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DD3E15-234B-44F3-9FFA-CBDDA307A2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097327-B913-4099-B5FC-F494AF9E2F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A1CDF0-79E9-4705-A226-45705F9E3C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9C6C4F-C0A8-464D-85ED-8F0AB1DFC7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A8C65F-BC4C-45D6-9D9D-817F4EFD05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5D8ACF-03AD-49FD-BDF1-9136BEE7C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Team &amp; Solution Overview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731520" y="1097280"/>
            <a:ext cx="10428316" cy="19375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</a:rPr>
              <a:t>• Team: EduMiners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</a:rPr>
              <a:t>• Members: Shreyas S K, Vaishnavi S B</a:t>
            </a: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</a:rPr>
              <a:t>• Challenge area: </a:t>
            </a:r>
            <a:r>
              <a:rPr lang="en-US" sz="2000" dirty="0"/>
              <a:t>Weak foundational </a:t>
            </a:r>
            <a:r>
              <a:rPr lang="en-US" sz="2000" dirty="0" err="1"/>
              <a:t>maths</a:t>
            </a:r>
            <a:r>
              <a:rPr lang="en-US" sz="2000" dirty="0"/>
              <a:t> in rural Karnataka government schools (grades 4–6)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</a:rPr>
              <a:t>• One-line solution: </a:t>
            </a:r>
            <a:r>
              <a:rPr lang="en-US" sz="2000" dirty="0"/>
              <a:t>We combine contest scores with health and Class-10 data to find which districts are falling behind — and flag the ones where schools need the most help.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</a:rPr>
              <a:t>• Contact: </a:t>
            </a:r>
            <a:r>
              <a:rPr lang="en-US" sz="2000" dirty="0">
                <a:solidFill>
                  <a:schemeClr val="dk1"/>
                </a:solidFill>
              </a:rPr>
              <a:t>skshreyas714@gmail.com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828800" y="278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Problem Statement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4"/>
          <p:cNvSpPr/>
          <p:nvPr/>
        </p:nvSpPr>
        <p:spPr>
          <a:xfrm>
            <a:off x="731520" y="1097280"/>
            <a:ext cx="10449098" cy="20298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Educational challenge: </a:t>
            </a:r>
            <a:r>
              <a:rPr lang="en-US" dirty="0"/>
              <a:t>Rural </a:t>
            </a:r>
            <a:r>
              <a:rPr lang="en-US" dirty="0" err="1"/>
              <a:t>maths</a:t>
            </a:r>
            <a:r>
              <a:rPr lang="en-US" dirty="0"/>
              <a:t> is stuck — only about 53% of answers are correct, and it stays flat from grade 4 to 6. The big differences are between districts, not within them.</a:t>
            </a:r>
          </a:p>
          <a:p>
            <a:pPr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Objectives: </a:t>
            </a:r>
            <a:r>
              <a:rPr lang="en-US" dirty="0"/>
              <a:t>Find where the gaps are (by district, gender, and topic) and see if health and Class-10 results help explain them.</a:t>
            </a:r>
          </a:p>
          <a:p>
            <a:pPr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Key questions: </a:t>
            </a:r>
            <a:r>
              <a:rPr lang="en-US" dirty="0"/>
              <a:t>Which districts are weakest? What explains it? Which districts do worse than their background would suggest?</a:t>
            </a:r>
            <a:endParaRPr lang="en-US" b="0" u="none" strike="noStrike" dirty="0">
              <a:solidFill>
                <a:schemeClr val="dk1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Why it matters: </a:t>
            </a:r>
            <a:r>
              <a:rPr lang="en-US" dirty="0"/>
              <a:t>Helps send limited time and money to the districts and topics that can improve the most.</a:t>
            </a:r>
            <a:endParaRPr lang="en-IN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828800" y="353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Dataset Understanding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731519" y="1097280"/>
            <a:ext cx="10688089" cy="19375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Dataset summary: Akshara GP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Contest — 1.38M students, grades 4–6, 2022–23 to 2024–25, 31 districts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Variables: Q1–Q20 (0/1) → score; geography District, Block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, 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Cluster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, 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GP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,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Gender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Context data: NFHS-5 (health/development) + SSLC 2025 Class-10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pass%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Cleaning &amp; assumptions: Composite GP key, dynamic competency-header detection; NFHS/SSLC links are district-level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Analytical Approach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731519" y="1097280"/>
            <a:ext cx="10553007" cy="14758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Workflow: </a:t>
            </a:r>
            <a:r>
              <a:rPr lang="en-US" dirty="0"/>
              <a:t>EDA (accuracy, trends, gender, competency, NFHS correlation) → diagnostic model with residual segmentation → SSLC cross-board check → dashboard</a:t>
            </a:r>
          </a:p>
          <a:p>
            <a:pPr algn="just"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Methods: Student-weighted district accuracy; Spearman rank correlations vs NFHS &amp; SSLC</a:t>
            </a:r>
            <a:endParaRPr lang="en-IN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just"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Models: OLS on one standardized development index (3 collinear NFHS features)</a:t>
            </a:r>
            <a:endParaRPr lang="en-IN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just" defTabSz="457200">
              <a:lnSpc>
                <a:spcPct val="100000"/>
              </a:lnSpc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</a:rPr>
              <a:t>• Validation: reproducible (seed 42); accuracy aggregated </a:t>
            </a: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to NFHS</a:t>
            </a:r>
            <a:endParaRPr lang="en-IN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8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1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731519" y="1097280"/>
            <a:ext cx="10178935" cy="16297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Finding: Overall accuracy ~53%, flat across grades 4/5/6, and declining year-on-year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Evidence: Kalyana-Karnataka belt (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kalaburgi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raichur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bidar,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ballari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) uniformly low;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dakshina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kannada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consistently high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Interpretation: Variation is between districts, not within → a district-targeted response fits the data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2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731519" y="1097280"/>
            <a:ext cx="10023071" cy="19375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Finding: District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gaps are structural, they track development and persist to the Class-10 board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Evidence: NFHS Spearman ~+0.6 (female schooling, sanitation, women's 10-yr schooling); SSLC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pass%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ρ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= +0.57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Implications: Early rural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gaps foreshadow board outcomes ~4–6 years later in the same districts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828800" y="251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Predictive / Diagnostic Analysis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Model: OLS of district accuracy on a standardized development index (n = 31 districts)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Metrics: R² = 0.43; +1 SD of the development index ≈ +5.9 pp accuracy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Important predictors: female_ever_school, improved_sanitation, women_10yr_schooling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Early warning: Residual gap flags under-performers — chitradurga −12.8 pp, davanagere, ballari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Visualization / Dashboard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Dashboard: outputs/figures/dashboard.html — interactive Plotly, runs offline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KPIs: 53.1% overall accuracy | 31 districts | SSLC ρ +0.57 | model R² 0.43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Charts: grade/year trend, gender gap, NFHS correlation bars, SSLC scatter, district residual-gap ranking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828800" y="308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Recommendations and Road Map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731520" y="1097280"/>
            <a:ext cx="9711344" cy="16297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Priority actions: Focus school-side support on negative-residual districts (they under-perform their development context)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Impact: Directs limited resources where health/development does not explain the gap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Feasibility: Uses only public district data; one reproducible pipeline reruns each contest year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Innovation &amp; Impact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731519" y="1097280"/>
            <a:ext cx="9981508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Novelty: Contest ↔ NFHS ↔ SSLC triangulation + residual-gap targeting of districts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Scalability: Crosswalk + pipeline are reusable for every new contest year and district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Limitations: Ecological (district-level) inference; SSLC cohort differs ~4–6 yrs; small coastal n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Expected impact: Sharper, evidence-based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prioritisation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for foundational-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maths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intervention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 &amp; Key Takeaways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4"/>
          <p:cNvSpPr/>
          <p:nvPr/>
        </p:nvSpPr>
        <p:spPr>
          <a:xfrm>
            <a:off x="731519" y="1097280"/>
            <a:ext cx="9752907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Top takeaways: Gaps are between-district &amp; structural. development explains ~43%; the residual gap is an action list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Next steps: Competency-level drill-down; validate priority districts on the ground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992</Words>
  <Application>Microsoft Macintosh PowerPoint</Application>
  <PresentationFormat>Widescreen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Team &amp; Solution Overview </vt:lpstr>
      <vt:lpstr>Problem Statement </vt:lpstr>
      <vt:lpstr>Dataset Understanding </vt:lpstr>
      <vt:lpstr>Analytical Approach </vt:lpstr>
      <vt:lpstr>Key Insight 1 </vt:lpstr>
      <vt:lpstr>Key Insight 2 </vt:lpstr>
      <vt:lpstr>Predictive / Diagnostic Analysis </vt:lpstr>
      <vt:lpstr>Visualization / Dashboard </vt:lpstr>
      <vt:lpstr>Recommendations and Road Map </vt:lpstr>
      <vt:lpstr>Innovation &amp; Impact </vt:lpstr>
      <vt:lpstr>Conclusion &amp; Key Takeaways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&amp; Solution Overview </dc:title>
  <dc:subject/>
  <dc:creator/>
  <dc:description>generated using python-pptx</dc:description>
  <cp:lastModifiedBy>S K, Shreyas</cp:lastModifiedBy>
  <cp:revision>33</cp:revision>
  <dcterms:created xsi:type="dcterms:W3CDTF">2013-01-27T09:14:16Z</dcterms:created>
  <dcterms:modified xsi:type="dcterms:W3CDTF">2026-08-01T13:08:00Z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12</vt:i4>
  </property>
</Properties>
</file>